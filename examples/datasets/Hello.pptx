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B7693-2D6A-11E8-8C86-E5FAD07CCA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A9E977-AA3A-88C2-2151-5B4AA72717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6DE08-2C3C-E5ED-5A16-1FA85CBA5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CE80E-E579-461E-BDC4-A9C3B6BC3735}" type="datetimeFigureOut">
              <a:rPr lang="en-US" smtClean="0"/>
              <a:t>26-Sep-25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33F42-8415-BBFD-6FC7-56F774EA3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F3F15-BA88-C9A1-E856-7094E6CF3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924A-4F58-4106-86C9-0497FD37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660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BBFB6-5D56-69D1-6BDA-627100E01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E078C-3A8F-82C7-40C2-506C82AD6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C1DF3-BA6C-3404-F808-34EB8549B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CE80E-E579-461E-BDC4-A9C3B6BC3735}" type="datetimeFigureOut">
              <a:rPr lang="en-US" smtClean="0"/>
              <a:t>26-Sep-25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C2732-0C0F-C791-B0CA-AE66CE05A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E8393-1B58-B9C0-1B0F-840567FCD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924A-4F58-4106-86C9-0497FD37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70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186A-F42B-EE56-0D59-6954D7244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7DC6E-1F55-B4F5-84F5-EB698E708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1913D-DC1C-D912-E6BA-48A203876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CE80E-E579-461E-BDC4-A9C3B6BC3735}" type="datetimeFigureOut">
              <a:rPr lang="en-US" smtClean="0"/>
              <a:t>26-Sep-25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675E2-D8B0-EDD2-1D0B-24B89F438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EF221-9D0E-8778-FE5C-970007CDD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924A-4F58-4106-86C9-0497FD37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426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ACE01-F314-1B79-47CC-BC197A2BA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082B7-A89B-39D9-C615-F5255FCD6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CC8AD3-392F-8459-EA3F-8A1A6BC71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6CFB70-E413-0340-E385-E48DB3849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CE80E-E579-461E-BDC4-A9C3B6BC3735}" type="datetimeFigureOut">
              <a:rPr lang="en-US" smtClean="0"/>
              <a:t>26-Sep-25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B7B4F-31B7-26C9-03E3-B5855243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C0D5A-0941-E951-AC0C-71C1AC43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924A-4F58-4106-86C9-0497FD37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13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1078D-361B-6DD4-CAA6-716F629BE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BB60C-35A9-F853-B310-E9CBDBF7D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3F58A2-7A9C-5859-FF34-731B5A631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B04BB7-8CA9-EDCD-EB91-327BCC49A2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A9A2C0-9DC8-44C2-827F-4F60840B18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B9C5EC-C589-3376-534A-16E772787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CE80E-E579-461E-BDC4-A9C3B6BC3735}" type="datetimeFigureOut">
              <a:rPr lang="en-US" smtClean="0"/>
              <a:t>26-Sep-25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787544-DFB5-22DC-E800-CBD48015C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0F0B51-ACEC-884D-6788-55C44D8E6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924A-4F58-4106-86C9-0497FD37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23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47600-E344-491E-1438-00E34CA38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8957F2-AF13-D586-7E15-1C54C30C4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CE80E-E579-461E-BDC4-A9C3B6BC3735}" type="datetimeFigureOut">
              <a:rPr lang="en-US" smtClean="0"/>
              <a:t>26-Sep-25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4EFC14-6FCE-A855-D46B-8304CC6AA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7C42B-9DD4-C2C4-4B74-3A478D799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924A-4F58-4106-86C9-0497FD37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042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5390A2-C71E-0537-8424-DFA61BF24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CE80E-E579-461E-BDC4-A9C3B6BC3735}" type="datetimeFigureOut">
              <a:rPr lang="en-US" smtClean="0"/>
              <a:t>26-Sep-25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106F99-BB4C-712B-F5D9-C92D7AC89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60735-3690-A9FE-3454-4F417CDF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924A-4F58-4106-86C9-0497FD37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29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B29BB-578A-EC8E-CFF2-A1B589544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731F2-5443-5533-5D9C-DFF2B91F1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76847-D671-5AB6-F1B0-8B91B2953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39221-5AA0-C16D-7DFC-775069C28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CE80E-E579-461E-BDC4-A9C3B6BC3735}" type="datetimeFigureOut">
              <a:rPr lang="en-US" smtClean="0"/>
              <a:t>26-Sep-25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878F9-1780-8337-6BB7-00DCC095C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3C93E7-FCCE-73D5-C5D9-7948AEFBA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924A-4F58-4106-86C9-0497FD37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55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676E0-67A1-30F9-66E7-B5F387D55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A7B2F9-0D43-CF4D-9AD8-0FA4EFB178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8FE835-E178-11C3-9B39-A2B738FCC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AB14E-6770-E244-CC69-6F9CD6937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CE80E-E579-461E-BDC4-A9C3B6BC3735}" type="datetimeFigureOut">
              <a:rPr lang="en-US" smtClean="0"/>
              <a:t>26-Sep-25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1C0393-1656-89B7-0696-3CDB8986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88203-0473-0E83-3662-9C69786A9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924A-4F58-4106-86C9-0497FD37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295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DDC80-6237-8689-0BCE-9C6B47024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A68C2-B99B-2921-98C9-40DC75BC5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8229E-039C-6CDD-6191-3C0F436F2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CE80E-E579-461E-BDC4-A9C3B6BC3735}" type="datetimeFigureOut">
              <a:rPr lang="en-US" smtClean="0"/>
              <a:t>26-Sep-25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728C6-4B45-0511-17D4-37AA61C80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0BCB3-652E-59F0-82F1-CC8274643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924A-4F58-4106-86C9-0497FD37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13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F355AE-252E-3B6F-6961-1F85D522A8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AF839-A412-7A58-1593-0864E8D6C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12877-B416-BC7C-BAE9-BC4BCB4C1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CE80E-E579-461E-BDC4-A9C3B6BC3735}" type="datetimeFigureOut">
              <a:rPr lang="en-US" smtClean="0"/>
              <a:t>26-Sep-25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46CCE-9D61-B5B8-CC50-8D968CCFB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F8AF3-60E1-588E-D04C-A8B46852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924A-4F58-4106-86C9-0497FD37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20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72EB47-863C-0CF2-3C9F-EB103800A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36368-F6B3-DFF7-9672-1775DC7F6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23858-74C9-48F6-48A6-B5125657B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DCE80E-E579-461E-BDC4-A9C3B6BC3735}" type="datetimeFigureOut">
              <a:rPr lang="en-US" smtClean="0"/>
              <a:t>26-Sep-25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51CC8-BA78-27F7-B794-8BD3F1CEE5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867B0-CB41-CAD7-C02C-7A69ACB302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A7924A-4F58-4106-86C9-0497FD37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0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A6FC3-21A5-E091-DA6E-E874C7D68B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Hello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E5B7F-C614-7B64-79DB-9F51AD79CC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671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Hello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Alonso Silva (Nokia)</dc:creator>
  <cp:lastModifiedBy>Alonso Silva (Nokia)</cp:lastModifiedBy>
  <cp:revision>1</cp:revision>
  <dcterms:created xsi:type="dcterms:W3CDTF">2025-09-26T11:46:09Z</dcterms:created>
  <dcterms:modified xsi:type="dcterms:W3CDTF">2025-09-26T11:46:43Z</dcterms:modified>
</cp:coreProperties>
</file>